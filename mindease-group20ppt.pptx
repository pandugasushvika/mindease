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Darumadrop One" charset="1" panose="00000000000000000000"/>
      <p:regular r:id="rId13"/>
    </p:embeddedFont>
    <p:embeddedFont>
      <p:font typeface="Lazydog" charset="1" panose="00000000000000000000"/>
      <p:regular r:id="rId14"/>
    </p:embeddedFont>
    <p:embeddedFont>
      <p:font typeface="Charcoal Font TH" charset="1" panose="02000503000000000000"/>
      <p:regular r:id="rId15"/>
    </p:embeddedFont>
    <p:embeddedFont>
      <p:font typeface="Charcoal Font TH Bold" charset="1" panose="02000503000000000000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14" Target="../media/image33.png" Type="http://schemas.openxmlformats.org/officeDocument/2006/relationships/image"/><Relationship Id="rId15" Target="../media/image34.svg" Type="http://schemas.openxmlformats.org/officeDocument/2006/relationships/image"/><Relationship Id="rId16" Target="../media/image35.png" Type="http://schemas.openxmlformats.org/officeDocument/2006/relationships/image"/><Relationship Id="rId17" Target="../media/image36.svg" Type="http://schemas.openxmlformats.org/officeDocument/2006/relationships/image"/><Relationship Id="rId18" Target="../media/image37.png" Type="http://schemas.openxmlformats.org/officeDocument/2006/relationships/image"/><Relationship Id="rId19" Target="../media/image38.svg" Type="http://schemas.openxmlformats.org/officeDocument/2006/relationships/image"/><Relationship Id="rId2" Target="../media/image1.png" Type="http://schemas.openxmlformats.org/officeDocument/2006/relationships/image"/><Relationship Id="rId20" Target="../media/image39.png" Type="http://schemas.openxmlformats.org/officeDocument/2006/relationships/image"/><Relationship Id="rId21" Target="../media/image40.svg" Type="http://schemas.openxmlformats.org/officeDocument/2006/relationships/image"/><Relationship Id="rId22" Target="../media/image41.png" Type="http://schemas.openxmlformats.org/officeDocument/2006/relationships/image"/><Relationship Id="rId23" Target="../media/image42.svg" Type="http://schemas.openxmlformats.org/officeDocument/2006/relationships/image"/><Relationship Id="rId24" Target="../media/image43.png" Type="http://schemas.openxmlformats.org/officeDocument/2006/relationships/image"/><Relationship Id="rId25" Target="../media/image44.sv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16" Target="../media/image47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52.png" Type="http://schemas.openxmlformats.org/officeDocument/2006/relationships/image"/><Relationship Id="rId13" Target="../media/image53.sv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5.png" Type="http://schemas.openxmlformats.org/officeDocument/2006/relationships/image"/><Relationship Id="rId17" Target="../media/image6.svg" Type="http://schemas.openxmlformats.org/officeDocument/2006/relationships/image"/><Relationship Id="rId18" Target="../media/image45.png" Type="http://schemas.openxmlformats.org/officeDocument/2006/relationships/image"/><Relationship Id="rId19" Target="../media/image4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56.pn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45.png" Type="http://schemas.openxmlformats.org/officeDocument/2006/relationships/image"/><Relationship Id="rId13" Target="../media/image46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5.png" Type="http://schemas.openxmlformats.org/officeDocument/2006/relationships/image"/><Relationship Id="rId17" Target="../media/image6.svg" Type="http://schemas.openxmlformats.org/officeDocument/2006/relationships/image"/><Relationship Id="rId18" Target="../media/image41.png" Type="http://schemas.openxmlformats.org/officeDocument/2006/relationships/image"/><Relationship Id="rId19" Target="../media/image42.svg" Type="http://schemas.openxmlformats.org/officeDocument/2006/relationships/image"/><Relationship Id="rId2" Target="../media/image57.png" Type="http://schemas.openxmlformats.org/officeDocument/2006/relationships/image"/><Relationship Id="rId20" Target="../media/image23.png" Type="http://schemas.openxmlformats.org/officeDocument/2006/relationships/image"/><Relationship Id="rId21" Target="../media/image24.svg" Type="http://schemas.openxmlformats.org/officeDocument/2006/relationships/image"/><Relationship Id="rId3" Target="../media/image58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D6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66215" y="-1318479"/>
            <a:ext cx="5449987" cy="4617626"/>
          </a:xfrm>
          <a:custGeom>
            <a:avLst/>
            <a:gdLst/>
            <a:ahLst/>
            <a:cxnLst/>
            <a:rect r="r" b="b" t="t" l="l"/>
            <a:pathLst>
              <a:path h="4617626" w="5449987">
                <a:moveTo>
                  <a:pt x="0" y="0"/>
                </a:moveTo>
                <a:lnTo>
                  <a:pt x="5449987" y="0"/>
                </a:lnTo>
                <a:lnTo>
                  <a:pt x="5449987" y="4617626"/>
                </a:lnTo>
                <a:lnTo>
                  <a:pt x="0" y="4617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84099" y="-3123071"/>
            <a:ext cx="6497840" cy="5989827"/>
          </a:xfrm>
          <a:custGeom>
            <a:avLst/>
            <a:gdLst/>
            <a:ahLst/>
            <a:cxnLst/>
            <a:rect r="r" b="b" t="t" l="l"/>
            <a:pathLst>
              <a:path h="5989827" w="6497840">
                <a:moveTo>
                  <a:pt x="0" y="0"/>
                </a:moveTo>
                <a:lnTo>
                  <a:pt x="6497839" y="0"/>
                </a:lnTo>
                <a:lnTo>
                  <a:pt x="6497839" y="5989827"/>
                </a:lnTo>
                <a:lnTo>
                  <a:pt x="0" y="59898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01854">
            <a:off x="13238791" y="6978558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0" y="0"/>
                </a:moveTo>
                <a:lnTo>
                  <a:pt x="7315200" y="0"/>
                </a:lnTo>
                <a:lnTo>
                  <a:pt x="7315200" y="4083211"/>
                </a:lnTo>
                <a:lnTo>
                  <a:pt x="0" y="40832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38164">
            <a:off x="-1752700" y="6534466"/>
            <a:ext cx="6035040" cy="4114800"/>
          </a:xfrm>
          <a:custGeom>
            <a:avLst/>
            <a:gdLst/>
            <a:ahLst/>
            <a:cxnLst/>
            <a:rect r="r" b="b" t="t" l="l"/>
            <a:pathLst>
              <a:path h="4114800" w="6035040">
                <a:moveTo>
                  <a:pt x="0" y="0"/>
                </a:moveTo>
                <a:lnTo>
                  <a:pt x="6035040" y="0"/>
                </a:lnTo>
                <a:lnTo>
                  <a:pt x="60350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7057" y="807764"/>
            <a:ext cx="7276272" cy="9832800"/>
          </a:xfrm>
          <a:custGeom>
            <a:avLst/>
            <a:gdLst/>
            <a:ahLst/>
            <a:cxnLst/>
            <a:rect r="r" b="b" t="t" l="l"/>
            <a:pathLst>
              <a:path h="9832800" w="7276272">
                <a:moveTo>
                  <a:pt x="0" y="0"/>
                </a:moveTo>
                <a:lnTo>
                  <a:pt x="7276271" y="0"/>
                </a:lnTo>
                <a:lnTo>
                  <a:pt x="7276271" y="9832800"/>
                </a:lnTo>
                <a:lnTo>
                  <a:pt x="0" y="9832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49808" y="4009292"/>
            <a:ext cx="1714872" cy="1714872"/>
          </a:xfrm>
          <a:custGeom>
            <a:avLst/>
            <a:gdLst/>
            <a:ahLst/>
            <a:cxnLst/>
            <a:rect r="r" b="b" t="t" l="l"/>
            <a:pathLst>
              <a:path h="1714872" w="1714872">
                <a:moveTo>
                  <a:pt x="0" y="0"/>
                </a:moveTo>
                <a:lnTo>
                  <a:pt x="1714873" y="0"/>
                </a:lnTo>
                <a:lnTo>
                  <a:pt x="1714873" y="1714872"/>
                </a:lnTo>
                <a:lnTo>
                  <a:pt x="0" y="1714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1081" y="7543428"/>
            <a:ext cx="1714872" cy="1714872"/>
          </a:xfrm>
          <a:custGeom>
            <a:avLst/>
            <a:gdLst/>
            <a:ahLst/>
            <a:cxnLst/>
            <a:rect r="r" b="b" t="t" l="l"/>
            <a:pathLst>
              <a:path h="1714872" w="1714872">
                <a:moveTo>
                  <a:pt x="0" y="0"/>
                </a:moveTo>
                <a:lnTo>
                  <a:pt x="1714872" y="0"/>
                </a:lnTo>
                <a:lnTo>
                  <a:pt x="1714872" y="1714872"/>
                </a:lnTo>
                <a:lnTo>
                  <a:pt x="0" y="1714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90934" y="2600079"/>
            <a:ext cx="8564137" cy="396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5"/>
              </a:lnSpc>
            </a:pPr>
            <a:r>
              <a:rPr lang="en-US" sz="18763">
                <a:solidFill>
                  <a:srgbClr val="323A3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Mind</a:t>
            </a:r>
          </a:p>
          <a:p>
            <a:pPr algn="ctr">
              <a:lnSpc>
                <a:spcPts val="14635"/>
              </a:lnSpc>
            </a:pPr>
            <a:r>
              <a:rPr lang="en-US" sz="18763">
                <a:solidFill>
                  <a:srgbClr val="323A3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Ease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769772">
            <a:off x="16006640" y="4286064"/>
            <a:ext cx="1075693" cy="1714872"/>
          </a:xfrm>
          <a:custGeom>
            <a:avLst/>
            <a:gdLst/>
            <a:ahLst/>
            <a:cxnLst/>
            <a:rect r="r" b="b" t="t" l="l"/>
            <a:pathLst>
              <a:path h="1714872" w="1075693">
                <a:moveTo>
                  <a:pt x="0" y="0"/>
                </a:moveTo>
                <a:lnTo>
                  <a:pt x="1075693" y="0"/>
                </a:lnTo>
                <a:lnTo>
                  <a:pt x="1075693" y="1714872"/>
                </a:lnTo>
                <a:lnTo>
                  <a:pt x="0" y="171487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99659">
            <a:off x="6625465" y="1729048"/>
            <a:ext cx="1278431" cy="1283096"/>
          </a:xfrm>
          <a:custGeom>
            <a:avLst/>
            <a:gdLst/>
            <a:ahLst/>
            <a:cxnLst/>
            <a:rect r="r" b="b" t="t" l="l"/>
            <a:pathLst>
              <a:path h="1283096" w="1278431">
                <a:moveTo>
                  <a:pt x="0" y="0"/>
                </a:moveTo>
                <a:lnTo>
                  <a:pt x="1278431" y="0"/>
                </a:lnTo>
                <a:lnTo>
                  <a:pt x="1278431" y="1283096"/>
                </a:lnTo>
                <a:lnTo>
                  <a:pt x="0" y="128309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83049" y="290332"/>
            <a:ext cx="1372022" cy="1476736"/>
          </a:xfrm>
          <a:custGeom>
            <a:avLst/>
            <a:gdLst/>
            <a:ahLst/>
            <a:cxnLst/>
            <a:rect r="r" b="b" t="t" l="l"/>
            <a:pathLst>
              <a:path h="1476736" w="1372022">
                <a:moveTo>
                  <a:pt x="0" y="0"/>
                </a:moveTo>
                <a:lnTo>
                  <a:pt x="1372022" y="0"/>
                </a:lnTo>
                <a:lnTo>
                  <a:pt x="1372022" y="1476736"/>
                </a:lnTo>
                <a:lnTo>
                  <a:pt x="0" y="147673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698249" y="8400864"/>
            <a:ext cx="2996331" cy="2353482"/>
          </a:xfrm>
          <a:custGeom>
            <a:avLst/>
            <a:gdLst/>
            <a:ahLst/>
            <a:cxnLst/>
            <a:rect r="r" b="b" t="t" l="l"/>
            <a:pathLst>
              <a:path h="2353482" w="2996331">
                <a:moveTo>
                  <a:pt x="0" y="0"/>
                </a:moveTo>
                <a:lnTo>
                  <a:pt x="2996331" y="0"/>
                </a:lnTo>
                <a:lnTo>
                  <a:pt x="2996331" y="2353482"/>
                </a:lnTo>
                <a:lnTo>
                  <a:pt x="0" y="235348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436012" y="807764"/>
            <a:ext cx="1913359" cy="1697672"/>
          </a:xfrm>
          <a:custGeom>
            <a:avLst/>
            <a:gdLst/>
            <a:ahLst/>
            <a:cxnLst/>
            <a:rect r="r" b="b" t="t" l="l"/>
            <a:pathLst>
              <a:path h="1697672" w="1913359">
                <a:moveTo>
                  <a:pt x="0" y="0"/>
                </a:moveTo>
                <a:lnTo>
                  <a:pt x="1913359" y="0"/>
                </a:lnTo>
                <a:lnTo>
                  <a:pt x="1913359" y="1697672"/>
                </a:lnTo>
                <a:lnTo>
                  <a:pt x="0" y="169767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690934" y="6528536"/>
            <a:ext cx="8039069" cy="1200522"/>
            <a:chOff x="0" y="0"/>
            <a:chExt cx="2117286" cy="3161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17286" cy="316187"/>
            </a:xfrm>
            <a:custGeom>
              <a:avLst/>
              <a:gdLst/>
              <a:ahLst/>
              <a:cxnLst/>
              <a:rect r="r" b="b" t="t" l="l"/>
              <a:pathLst>
                <a:path h="316187" w="2117286">
                  <a:moveTo>
                    <a:pt x="96304" y="0"/>
                  </a:moveTo>
                  <a:lnTo>
                    <a:pt x="2020982" y="0"/>
                  </a:lnTo>
                  <a:cubicBezTo>
                    <a:pt x="2046523" y="0"/>
                    <a:pt x="2071019" y="10146"/>
                    <a:pt x="2089079" y="28207"/>
                  </a:cubicBezTo>
                  <a:cubicBezTo>
                    <a:pt x="2107139" y="46267"/>
                    <a:pt x="2117286" y="70762"/>
                    <a:pt x="2117286" y="96304"/>
                  </a:cubicBezTo>
                  <a:lnTo>
                    <a:pt x="2117286" y="219883"/>
                  </a:lnTo>
                  <a:cubicBezTo>
                    <a:pt x="2117286" y="273070"/>
                    <a:pt x="2074169" y="316187"/>
                    <a:pt x="2020982" y="316187"/>
                  </a:cubicBezTo>
                  <a:lnTo>
                    <a:pt x="96304" y="316187"/>
                  </a:lnTo>
                  <a:cubicBezTo>
                    <a:pt x="43117" y="316187"/>
                    <a:pt x="0" y="273070"/>
                    <a:pt x="0" y="219883"/>
                  </a:cubicBezTo>
                  <a:lnTo>
                    <a:pt x="0" y="96304"/>
                  </a:lnTo>
                  <a:cubicBezTo>
                    <a:pt x="0" y="43117"/>
                    <a:pt x="43117" y="0"/>
                    <a:pt x="96304" y="0"/>
                  </a:cubicBezTo>
                  <a:close/>
                </a:path>
              </a:pathLst>
            </a:custGeom>
            <a:solidFill>
              <a:srgbClr val="F6922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17286" cy="354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255071" y="1847604"/>
            <a:ext cx="1690240" cy="974193"/>
          </a:xfrm>
          <a:custGeom>
            <a:avLst/>
            <a:gdLst/>
            <a:ahLst/>
            <a:cxnLst/>
            <a:rect r="r" b="b" t="t" l="l"/>
            <a:pathLst>
              <a:path h="974193" w="1690240">
                <a:moveTo>
                  <a:pt x="0" y="0"/>
                </a:moveTo>
                <a:lnTo>
                  <a:pt x="1690240" y="0"/>
                </a:lnTo>
                <a:lnTo>
                  <a:pt x="1690240" y="974193"/>
                </a:lnTo>
                <a:lnTo>
                  <a:pt x="0" y="97419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790603" y="6656318"/>
            <a:ext cx="8039069" cy="887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0">
                <a:solidFill>
                  <a:srgbClr val="F7F3F2"/>
                </a:solidFill>
                <a:latin typeface="Lazydog"/>
                <a:ea typeface="Lazydog"/>
                <a:cs typeface="Lazydog"/>
                <a:sym typeface="Lazydog"/>
              </a:rPr>
              <a:t>A digital platform to support stress management and emotional wellbeing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D6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640727" y="-793648"/>
            <a:ext cx="9935208" cy="8417831"/>
          </a:xfrm>
          <a:custGeom>
            <a:avLst/>
            <a:gdLst/>
            <a:ahLst/>
            <a:cxnLst/>
            <a:rect r="r" b="b" t="t" l="l"/>
            <a:pathLst>
              <a:path h="8417831" w="9935208">
                <a:moveTo>
                  <a:pt x="0" y="0"/>
                </a:moveTo>
                <a:lnTo>
                  <a:pt x="9935208" y="0"/>
                </a:lnTo>
                <a:lnTo>
                  <a:pt x="9935208" y="8417831"/>
                </a:lnTo>
                <a:lnTo>
                  <a:pt x="0" y="8417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67555" y="4524721"/>
            <a:ext cx="6631081" cy="7095515"/>
          </a:xfrm>
          <a:custGeom>
            <a:avLst/>
            <a:gdLst/>
            <a:ahLst/>
            <a:cxnLst/>
            <a:rect r="r" b="b" t="t" l="l"/>
            <a:pathLst>
              <a:path h="7095515" w="6631081">
                <a:moveTo>
                  <a:pt x="0" y="0"/>
                </a:moveTo>
                <a:lnTo>
                  <a:pt x="6631081" y="0"/>
                </a:lnTo>
                <a:lnTo>
                  <a:pt x="6631081" y="7095515"/>
                </a:lnTo>
                <a:lnTo>
                  <a:pt x="0" y="7095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56746" y="6165355"/>
            <a:ext cx="6469917" cy="5898408"/>
          </a:xfrm>
          <a:custGeom>
            <a:avLst/>
            <a:gdLst/>
            <a:ahLst/>
            <a:cxnLst/>
            <a:rect r="r" b="b" t="t" l="l"/>
            <a:pathLst>
              <a:path h="5898408" w="6469917">
                <a:moveTo>
                  <a:pt x="0" y="0"/>
                </a:moveTo>
                <a:lnTo>
                  <a:pt x="6469917" y="0"/>
                </a:lnTo>
                <a:lnTo>
                  <a:pt x="6469917" y="5898408"/>
                </a:lnTo>
                <a:lnTo>
                  <a:pt x="0" y="5898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837430">
            <a:off x="244635" y="8259091"/>
            <a:ext cx="4399802" cy="4055817"/>
          </a:xfrm>
          <a:custGeom>
            <a:avLst/>
            <a:gdLst/>
            <a:ahLst/>
            <a:cxnLst/>
            <a:rect r="r" b="b" t="t" l="l"/>
            <a:pathLst>
              <a:path h="4055817" w="4399802">
                <a:moveTo>
                  <a:pt x="0" y="0"/>
                </a:moveTo>
                <a:lnTo>
                  <a:pt x="4399802" y="0"/>
                </a:lnTo>
                <a:lnTo>
                  <a:pt x="4399802" y="4055818"/>
                </a:lnTo>
                <a:lnTo>
                  <a:pt x="0" y="40558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351853">
            <a:off x="1900172" y="-1226892"/>
            <a:ext cx="7315200" cy="2487168"/>
          </a:xfrm>
          <a:custGeom>
            <a:avLst/>
            <a:gdLst/>
            <a:ahLst/>
            <a:cxnLst/>
            <a:rect r="r" b="b" t="t" l="l"/>
            <a:pathLst>
              <a:path h="2487168" w="7315200">
                <a:moveTo>
                  <a:pt x="0" y="0"/>
                </a:moveTo>
                <a:lnTo>
                  <a:pt x="7315200" y="0"/>
                </a:lnTo>
                <a:lnTo>
                  <a:pt x="7315200" y="2487168"/>
                </a:lnTo>
                <a:lnTo>
                  <a:pt x="0" y="2487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42104" y="-743831"/>
            <a:ext cx="4423311" cy="2469012"/>
          </a:xfrm>
          <a:custGeom>
            <a:avLst/>
            <a:gdLst/>
            <a:ahLst/>
            <a:cxnLst/>
            <a:rect r="r" b="b" t="t" l="l"/>
            <a:pathLst>
              <a:path h="2469012" w="4423311">
                <a:moveTo>
                  <a:pt x="0" y="0"/>
                </a:moveTo>
                <a:lnTo>
                  <a:pt x="4423311" y="0"/>
                </a:lnTo>
                <a:lnTo>
                  <a:pt x="4423311" y="2469012"/>
                </a:lnTo>
                <a:lnTo>
                  <a:pt x="0" y="24690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68688" y="4384105"/>
            <a:ext cx="966203" cy="1039944"/>
          </a:xfrm>
          <a:custGeom>
            <a:avLst/>
            <a:gdLst/>
            <a:ahLst/>
            <a:cxnLst/>
            <a:rect r="r" b="b" t="t" l="l"/>
            <a:pathLst>
              <a:path h="1039944" w="966203">
                <a:moveTo>
                  <a:pt x="0" y="0"/>
                </a:moveTo>
                <a:lnTo>
                  <a:pt x="966202" y="0"/>
                </a:lnTo>
                <a:lnTo>
                  <a:pt x="966202" y="1039945"/>
                </a:lnTo>
                <a:lnTo>
                  <a:pt x="0" y="10399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3322" y="6165355"/>
            <a:ext cx="1372022" cy="1476736"/>
          </a:xfrm>
          <a:custGeom>
            <a:avLst/>
            <a:gdLst/>
            <a:ahLst/>
            <a:cxnLst/>
            <a:rect r="r" b="b" t="t" l="l"/>
            <a:pathLst>
              <a:path h="1476736" w="1372022">
                <a:moveTo>
                  <a:pt x="0" y="0"/>
                </a:moveTo>
                <a:lnTo>
                  <a:pt x="1372022" y="0"/>
                </a:lnTo>
                <a:lnTo>
                  <a:pt x="1372022" y="1476736"/>
                </a:lnTo>
                <a:lnTo>
                  <a:pt x="0" y="14767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25808" y="556248"/>
            <a:ext cx="1673608" cy="1035545"/>
          </a:xfrm>
          <a:custGeom>
            <a:avLst/>
            <a:gdLst/>
            <a:ahLst/>
            <a:cxnLst/>
            <a:rect r="r" b="b" t="t" l="l"/>
            <a:pathLst>
              <a:path h="1035545" w="1673608">
                <a:moveTo>
                  <a:pt x="0" y="0"/>
                </a:moveTo>
                <a:lnTo>
                  <a:pt x="1673607" y="0"/>
                </a:lnTo>
                <a:lnTo>
                  <a:pt x="1673607" y="1035545"/>
                </a:lnTo>
                <a:lnTo>
                  <a:pt x="0" y="103554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00996" y="2555344"/>
            <a:ext cx="1673608" cy="1035545"/>
          </a:xfrm>
          <a:custGeom>
            <a:avLst/>
            <a:gdLst/>
            <a:ahLst/>
            <a:cxnLst/>
            <a:rect r="r" b="b" t="t" l="l"/>
            <a:pathLst>
              <a:path h="1035545" w="1673608">
                <a:moveTo>
                  <a:pt x="0" y="0"/>
                </a:moveTo>
                <a:lnTo>
                  <a:pt x="1673608" y="0"/>
                </a:lnTo>
                <a:lnTo>
                  <a:pt x="1673608" y="1035545"/>
                </a:lnTo>
                <a:lnTo>
                  <a:pt x="0" y="103554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78213" y="3709205"/>
            <a:ext cx="12112446" cy="1434295"/>
            <a:chOff x="0" y="0"/>
            <a:chExt cx="3190109" cy="3777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90109" cy="377757"/>
            </a:xfrm>
            <a:custGeom>
              <a:avLst/>
              <a:gdLst/>
              <a:ahLst/>
              <a:cxnLst/>
              <a:rect r="r" b="b" t="t" l="l"/>
              <a:pathLst>
                <a:path h="377757" w="3190109">
                  <a:moveTo>
                    <a:pt x="63917" y="0"/>
                  </a:moveTo>
                  <a:lnTo>
                    <a:pt x="3126192" y="0"/>
                  </a:lnTo>
                  <a:cubicBezTo>
                    <a:pt x="3161493" y="0"/>
                    <a:pt x="3190109" y="28617"/>
                    <a:pt x="3190109" y="63917"/>
                  </a:cubicBezTo>
                  <a:lnTo>
                    <a:pt x="3190109" y="313840"/>
                  </a:lnTo>
                  <a:cubicBezTo>
                    <a:pt x="3190109" y="330791"/>
                    <a:pt x="3183375" y="347049"/>
                    <a:pt x="3171388" y="359036"/>
                  </a:cubicBezTo>
                  <a:cubicBezTo>
                    <a:pt x="3159402" y="371023"/>
                    <a:pt x="3143144" y="377757"/>
                    <a:pt x="3126192" y="377757"/>
                  </a:cubicBezTo>
                  <a:lnTo>
                    <a:pt x="63917" y="377757"/>
                  </a:lnTo>
                  <a:cubicBezTo>
                    <a:pt x="46965" y="377757"/>
                    <a:pt x="30708" y="371023"/>
                    <a:pt x="18721" y="359036"/>
                  </a:cubicBezTo>
                  <a:cubicBezTo>
                    <a:pt x="6734" y="347049"/>
                    <a:pt x="0" y="330791"/>
                    <a:pt x="0" y="313840"/>
                  </a:cubicBezTo>
                  <a:lnTo>
                    <a:pt x="0" y="63917"/>
                  </a:lnTo>
                  <a:cubicBezTo>
                    <a:pt x="0" y="46965"/>
                    <a:pt x="6734" y="30708"/>
                    <a:pt x="18721" y="18721"/>
                  </a:cubicBezTo>
                  <a:cubicBezTo>
                    <a:pt x="30708" y="6734"/>
                    <a:pt x="46965" y="0"/>
                    <a:pt x="63917" y="0"/>
                  </a:cubicBezTo>
                  <a:close/>
                </a:path>
              </a:pathLst>
            </a:custGeom>
            <a:solidFill>
              <a:srgbClr val="EDD7C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90109" cy="415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8213" y="5564665"/>
            <a:ext cx="12112446" cy="1434295"/>
            <a:chOff x="0" y="0"/>
            <a:chExt cx="3190109" cy="3777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90109" cy="377757"/>
            </a:xfrm>
            <a:custGeom>
              <a:avLst/>
              <a:gdLst/>
              <a:ahLst/>
              <a:cxnLst/>
              <a:rect r="r" b="b" t="t" l="l"/>
              <a:pathLst>
                <a:path h="377757" w="3190109">
                  <a:moveTo>
                    <a:pt x="63917" y="0"/>
                  </a:moveTo>
                  <a:lnTo>
                    <a:pt x="3126192" y="0"/>
                  </a:lnTo>
                  <a:cubicBezTo>
                    <a:pt x="3161493" y="0"/>
                    <a:pt x="3190109" y="28617"/>
                    <a:pt x="3190109" y="63917"/>
                  </a:cubicBezTo>
                  <a:lnTo>
                    <a:pt x="3190109" y="313840"/>
                  </a:lnTo>
                  <a:cubicBezTo>
                    <a:pt x="3190109" y="330791"/>
                    <a:pt x="3183375" y="347049"/>
                    <a:pt x="3171388" y="359036"/>
                  </a:cubicBezTo>
                  <a:cubicBezTo>
                    <a:pt x="3159402" y="371023"/>
                    <a:pt x="3143144" y="377757"/>
                    <a:pt x="3126192" y="377757"/>
                  </a:cubicBezTo>
                  <a:lnTo>
                    <a:pt x="63917" y="377757"/>
                  </a:lnTo>
                  <a:cubicBezTo>
                    <a:pt x="46965" y="377757"/>
                    <a:pt x="30708" y="371023"/>
                    <a:pt x="18721" y="359036"/>
                  </a:cubicBezTo>
                  <a:cubicBezTo>
                    <a:pt x="6734" y="347049"/>
                    <a:pt x="0" y="330791"/>
                    <a:pt x="0" y="313840"/>
                  </a:cubicBezTo>
                  <a:lnTo>
                    <a:pt x="0" y="63917"/>
                  </a:lnTo>
                  <a:cubicBezTo>
                    <a:pt x="0" y="46965"/>
                    <a:pt x="6734" y="30708"/>
                    <a:pt x="18721" y="18721"/>
                  </a:cubicBezTo>
                  <a:cubicBezTo>
                    <a:pt x="30708" y="6734"/>
                    <a:pt x="46965" y="0"/>
                    <a:pt x="63917" y="0"/>
                  </a:cubicBezTo>
                  <a:close/>
                </a:path>
              </a:pathLst>
            </a:custGeom>
            <a:solidFill>
              <a:srgbClr val="EDD7C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190109" cy="415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8213" y="7532087"/>
            <a:ext cx="12112446" cy="1434295"/>
            <a:chOff x="0" y="0"/>
            <a:chExt cx="3190109" cy="3777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90109" cy="377757"/>
            </a:xfrm>
            <a:custGeom>
              <a:avLst/>
              <a:gdLst/>
              <a:ahLst/>
              <a:cxnLst/>
              <a:rect r="r" b="b" t="t" l="l"/>
              <a:pathLst>
                <a:path h="377757" w="3190109">
                  <a:moveTo>
                    <a:pt x="63917" y="0"/>
                  </a:moveTo>
                  <a:lnTo>
                    <a:pt x="3126192" y="0"/>
                  </a:lnTo>
                  <a:cubicBezTo>
                    <a:pt x="3161493" y="0"/>
                    <a:pt x="3190109" y="28617"/>
                    <a:pt x="3190109" y="63917"/>
                  </a:cubicBezTo>
                  <a:lnTo>
                    <a:pt x="3190109" y="313840"/>
                  </a:lnTo>
                  <a:cubicBezTo>
                    <a:pt x="3190109" y="330791"/>
                    <a:pt x="3183375" y="347049"/>
                    <a:pt x="3171388" y="359036"/>
                  </a:cubicBezTo>
                  <a:cubicBezTo>
                    <a:pt x="3159402" y="371023"/>
                    <a:pt x="3143144" y="377757"/>
                    <a:pt x="3126192" y="377757"/>
                  </a:cubicBezTo>
                  <a:lnTo>
                    <a:pt x="63917" y="377757"/>
                  </a:lnTo>
                  <a:cubicBezTo>
                    <a:pt x="46965" y="377757"/>
                    <a:pt x="30708" y="371023"/>
                    <a:pt x="18721" y="359036"/>
                  </a:cubicBezTo>
                  <a:cubicBezTo>
                    <a:pt x="6734" y="347049"/>
                    <a:pt x="0" y="330791"/>
                    <a:pt x="0" y="313840"/>
                  </a:cubicBezTo>
                  <a:lnTo>
                    <a:pt x="0" y="63917"/>
                  </a:lnTo>
                  <a:cubicBezTo>
                    <a:pt x="0" y="46965"/>
                    <a:pt x="6734" y="30708"/>
                    <a:pt x="18721" y="18721"/>
                  </a:cubicBezTo>
                  <a:cubicBezTo>
                    <a:pt x="30708" y="6734"/>
                    <a:pt x="46965" y="0"/>
                    <a:pt x="63917" y="0"/>
                  </a:cubicBezTo>
                  <a:close/>
                </a:path>
              </a:pathLst>
            </a:custGeom>
            <a:solidFill>
              <a:srgbClr val="EDD7C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90109" cy="415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5730452" y="744450"/>
            <a:ext cx="2607968" cy="1046447"/>
          </a:xfrm>
          <a:custGeom>
            <a:avLst/>
            <a:gdLst/>
            <a:ahLst/>
            <a:cxnLst/>
            <a:rect r="r" b="b" t="t" l="l"/>
            <a:pathLst>
              <a:path h="1046447" w="2607968">
                <a:moveTo>
                  <a:pt x="0" y="0"/>
                </a:moveTo>
                <a:lnTo>
                  <a:pt x="2607968" y="0"/>
                </a:lnTo>
                <a:lnTo>
                  <a:pt x="2607968" y="1046447"/>
                </a:lnTo>
                <a:lnTo>
                  <a:pt x="0" y="104644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1033504">
            <a:off x="13755197" y="3729206"/>
            <a:ext cx="1577002" cy="1539548"/>
          </a:xfrm>
          <a:custGeom>
            <a:avLst/>
            <a:gdLst/>
            <a:ahLst/>
            <a:cxnLst/>
            <a:rect r="r" b="b" t="t" l="l"/>
            <a:pathLst>
              <a:path h="1539548" w="1577002">
                <a:moveTo>
                  <a:pt x="0" y="0"/>
                </a:moveTo>
                <a:lnTo>
                  <a:pt x="1577002" y="0"/>
                </a:lnTo>
                <a:lnTo>
                  <a:pt x="1577002" y="1539548"/>
                </a:lnTo>
                <a:lnTo>
                  <a:pt x="0" y="153954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769551" y="5790456"/>
            <a:ext cx="10732415" cy="84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9"/>
              </a:lnSpc>
            </a:pPr>
            <a:r>
              <a:rPr lang="en-US" sz="4706">
                <a:solidFill>
                  <a:srgbClr val="323A30"/>
                </a:solidFill>
                <a:latin typeface="Charcoal Font TH"/>
                <a:ea typeface="Charcoal Font TH"/>
                <a:cs typeface="Charcoal Font TH"/>
                <a:sym typeface="Charcoal Font TH"/>
              </a:rPr>
              <a:t>It affects how we think, feel, and behave.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1655" y="7703810"/>
            <a:ext cx="11428209" cy="84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7"/>
              </a:lnSpc>
            </a:pPr>
            <a:r>
              <a:rPr lang="en-US" sz="4705">
                <a:solidFill>
                  <a:srgbClr val="323A30"/>
                </a:solidFill>
                <a:latin typeface="Charcoal Font TH"/>
                <a:ea typeface="Charcoal Font TH"/>
                <a:cs typeface="Charcoal Font TH"/>
                <a:sym typeface="Charcoal Font TH"/>
              </a:rPr>
              <a:t>Helps us handle stress and make decisions.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5596" y="3908498"/>
            <a:ext cx="12068809" cy="81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4533">
                <a:solidFill>
                  <a:srgbClr val="323A30"/>
                </a:solidFill>
                <a:latin typeface="Charcoal Font TH"/>
                <a:ea typeface="Charcoal Font TH"/>
                <a:cs typeface="Charcoal Font TH"/>
                <a:sym typeface="Charcoal Font TH"/>
              </a:rPr>
              <a:t>Refers to emotional, psychological, and social well-being.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5596" y="2133797"/>
            <a:ext cx="11885063" cy="93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5"/>
              </a:lnSpc>
            </a:pPr>
            <a:r>
              <a:rPr lang="en-US" sz="8430">
                <a:solidFill>
                  <a:srgbClr val="323A3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What is Mental Health?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395735" y="1502994"/>
            <a:ext cx="9502902" cy="9324722"/>
          </a:xfrm>
          <a:custGeom>
            <a:avLst/>
            <a:gdLst/>
            <a:ahLst/>
            <a:cxnLst/>
            <a:rect r="r" b="b" t="t" l="l"/>
            <a:pathLst>
              <a:path h="9324722" w="9502902">
                <a:moveTo>
                  <a:pt x="0" y="0"/>
                </a:moveTo>
                <a:lnTo>
                  <a:pt x="9502901" y="0"/>
                </a:lnTo>
                <a:lnTo>
                  <a:pt x="9502901" y="9324722"/>
                </a:lnTo>
                <a:lnTo>
                  <a:pt x="0" y="932472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D6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52636">
            <a:off x="-1341068" y="-2535744"/>
            <a:ext cx="4739535" cy="5071487"/>
          </a:xfrm>
          <a:custGeom>
            <a:avLst/>
            <a:gdLst/>
            <a:ahLst/>
            <a:cxnLst/>
            <a:rect r="r" b="b" t="t" l="l"/>
            <a:pathLst>
              <a:path h="5071487" w="4739535">
                <a:moveTo>
                  <a:pt x="0" y="0"/>
                </a:moveTo>
                <a:lnTo>
                  <a:pt x="4739536" y="0"/>
                </a:lnTo>
                <a:lnTo>
                  <a:pt x="4739536" y="5071488"/>
                </a:lnTo>
                <a:lnTo>
                  <a:pt x="0" y="50714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71575"/>
            <a:ext cx="10627688" cy="1315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2"/>
              </a:lnSpc>
            </a:pPr>
            <a:r>
              <a:rPr lang="en-US" sz="9627">
                <a:solidFill>
                  <a:srgbClr val="323A3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Problem Statement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8887397">
            <a:off x="-1445448" y="8014716"/>
            <a:ext cx="7315200" cy="2487168"/>
          </a:xfrm>
          <a:custGeom>
            <a:avLst/>
            <a:gdLst/>
            <a:ahLst/>
            <a:cxnLst/>
            <a:rect r="r" b="b" t="t" l="l"/>
            <a:pathLst>
              <a:path h="2487168" w="7315200">
                <a:moveTo>
                  <a:pt x="0" y="0"/>
                </a:moveTo>
                <a:lnTo>
                  <a:pt x="7315200" y="0"/>
                </a:lnTo>
                <a:lnTo>
                  <a:pt x="7315200" y="2487168"/>
                </a:lnTo>
                <a:lnTo>
                  <a:pt x="0" y="2487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4251192"/>
            <a:ext cx="11982460" cy="4428339"/>
            <a:chOff x="0" y="0"/>
            <a:chExt cx="2902383" cy="10726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2383" cy="1072629"/>
            </a:xfrm>
            <a:custGeom>
              <a:avLst/>
              <a:gdLst/>
              <a:ahLst/>
              <a:cxnLst/>
              <a:rect r="r" b="b" t="t" l="l"/>
              <a:pathLst>
                <a:path h="1072629" w="2902383">
                  <a:moveTo>
                    <a:pt x="64610" y="0"/>
                  </a:moveTo>
                  <a:lnTo>
                    <a:pt x="2837772" y="0"/>
                  </a:lnTo>
                  <a:cubicBezTo>
                    <a:pt x="2873456" y="0"/>
                    <a:pt x="2902383" y="28927"/>
                    <a:pt x="2902383" y="64610"/>
                  </a:cubicBezTo>
                  <a:lnTo>
                    <a:pt x="2902383" y="1008019"/>
                  </a:lnTo>
                  <a:cubicBezTo>
                    <a:pt x="2902383" y="1043702"/>
                    <a:pt x="2873456" y="1072629"/>
                    <a:pt x="2837772" y="1072629"/>
                  </a:cubicBezTo>
                  <a:lnTo>
                    <a:pt x="64610" y="1072629"/>
                  </a:lnTo>
                  <a:cubicBezTo>
                    <a:pt x="28927" y="1072629"/>
                    <a:pt x="0" y="1043702"/>
                    <a:pt x="0" y="1008019"/>
                  </a:cubicBezTo>
                  <a:lnTo>
                    <a:pt x="0" y="64610"/>
                  </a:lnTo>
                  <a:cubicBezTo>
                    <a:pt x="0" y="28927"/>
                    <a:pt x="28927" y="0"/>
                    <a:pt x="64610" y="0"/>
                  </a:cubicBezTo>
                  <a:close/>
                </a:path>
              </a:pathLst>
            </a:custGeom>
            <a:solidFill>
              <a:srgbClr val="EDD7C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902383" cy="1110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005404" y="4309956"/>
            <a:ext cx="9015181" cy="423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2628">
                <a:solidFill>
                  <a:srgbClr val="323A30"/>
                </a:solidFill>
                <a:latin typeface="Charcoal Font TH"/>
                <a:ea typeface="Charcoal Font TH"/>
                <a:cs typeface="Charcoal Font TH"/>
                <a:sym typeface="Charcoal Font TH"/>
              </a:rPr>
              <a:t>Many students experience stress, anxiety, and emotional burnout due to academic pressure, social factors, and lack of guidance.</a:t>
            </a:r>
          </a:p>
          <a:p>
            <a:pPr algn="l">
              <a:lnSpc>
                <a:spcPts val="3969"/>
              </a:lnSpc>
            </a:pPr>
            <a:r>
              <a:rPr lang="en-US" sz="2628">
                <a:solidFill>
                  <a:srgbClr val="323A30"/>
                </a:solidFill>
                <a:latin typeface="Charcoal Font TH"/>
                <a:ea typeface="Charcoal Font TH"/>
                <a:cs typeface="Charcoal Font TH"/>
                <a:sym typeface="Charcoal Font TH"/>
              </a:rPr>
              <a:t>However, they often hesitate to seek help because of fear, stigma, or limited access to proper support.</a:t>
            </a:r>
          </a:p>
          <a:p>
            <a:pPr algn="l">
              <a:lnSpc>
                <a:spcPts val="3969"/>
              </a:lnSpc>
            </a:pPr>
            <a:r>
              <a:rPr lang="en-US" sz="2628">
                <a:solidFill>
                  <a:srgbClr val="323A30"/>
                </a:solidFill>
                <a:latin typeface="Charcoal Font TH"/>
                <a:ea typeface="Charcoal Font TH"/>
                <a:cs typeface="Charcoal Font TH"/>
                <a:sym typeface="Charcoal Font TH"/>
              </a:rPr>
              <a:t>Existing mental wellness resources are not interactive or engaging enough to hold students’ interest.</a:t>
            </a:r>
          </a:p>
          <a:p>
            <a:pPr algn="l">
              <a:lnSpc>
                <a:spcPts val="3969"/>
              </a:lnSpc>
            </a:pPr>
            <a:r>
              <a:rPr lang="en-US" sz="2628">
                <a:solidFill>
                  <a:srgbClr val="323A30"/>
                </a:solidFill>
                <a:latin typeface="Charcoal Font TH"/>
                <a:ea typeface="Charcoal Font TH"/>
                <a:cs typeface="Charcoal Font TH"/>
                <a:sym typeface="Charcoal Font TH"/>
              </a:rPr>
              <a:t>There is a need for an accessible, student-friendly platform that provides support, guidance, and stress-relief tools in an engaging way.</a:t>
            </a:r>
          </a:p>
          <a:p>
            <a:pPr algn="l">
              <a:lnSpc>
                <a:spcPts val="2211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366215" y="-1318479"/>
            <a:ext cx="5449987" cy="4617626"/>
          </a:xfrm>
          <a:custGeom>
            <a:avLst/>
            <a:gdLst/>
            <a:ahLst/>
            <a:cxnLst/>
            <a:rect r="r" b="b" t="t" l="l"/>
            <a:pathLst>
              <a:path h="4617626" w="5449987">
                <a:moveTo>
                  <a:pt x="0" y="0"/>
                </a:moveTo>
                <a:lnTo>
                  <a:pt x="5449987" y="0"/>
                </a:lnTo>
                <a:lnTo>
                  <a:pt x="5449987" y="4617626"/>
                </a:lnTo>
                <a:lnTo>
                  <a:pt x="0" y="46176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83049" y="290332"/>
            <a:ext cx="1372022" cy="1476736"/>
          </a:xfrm>
          <a:custGeom>
            <a:avLst/>
            <a:gdLst/>
            <a:ahLst/>
            <a:cxnLst/>
            <a:rect r="r" b="b" t="t" l="l"/>
            <a:pathLst>
              <a:path h="1476736" w="1372022">
                <a:moveTo>
                  <a:pt x="0" y="0"/>
                </a:moveTo>
                <a:lnTo>
                  <a:pt x="1372022" y="0"/>
                </a:lnTo>
                <a:lnTo>
                  <a:pt x="1372022" y="1476736"/>
                </a:lnTo>
                <a:lnTo>
                  <a:pt x="0" y="147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549629" y="290332"/>
            <a:ext cx="686011" cy="738368"/>
          </a:xfrm>
          <a:custGeom>
            <a:avLst/>
            <a:gdLst/>
            <a:ahLst/>
            <a:cxnLst/>
            <a:rect r="r" b="b" t="t" l="l"/>
            <a:pathLst>
              <a:path h="738368" w="686011">
                <a:moveTo>
                  <a:pt x="0" y="0"/>
                </a:moveTo>
                <a:lnTo>
                  <a:pt x="686011" y="0"/>
                </a:lnTo>
                <a:lnTo>
                  <a:pt x="686011" y="738368"/>
                </a:lnTo>
                <a:lnTo>
                  <a:pt x="0" y="7383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379623">
            <a:off x="10739152" y="1152384"/>
            <a:ext cx="1834473" cy="736082"/>
          </a:xfrm>
          <a:custGeom>
            <a:avLst/>
            <a:gdLst/>
            <a:ahLst/>
            <a:cxnLst/>
            <a:rect r="r" b="b" t="t" l="l"/>
            <a:pathLst>
              <a:path h="736082" w="1834473">
                <a:moveTo>
                  <a:pt x="0" y="0"/>
                </a:moveTo>
                <a:lnTo>
                  <a:pt x="1834472" y="0"/>
                </a:lnTo>
                <a:lnTo>
                  <a:pt x="1834472" y="736082"/>
                </a:lnTo>
                <a:lnTo>
                  <a:pt x="0" y="7360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99659">
            <a:off x="11820964" y="3609643"/>
            <a:ext cx="1278431" cy="1283096"/>
          </a:xfrm>
          <a:custGeom>
            <a:avLst/>
            <a:gdLst/>
            <a:ahLst/>
            <a:cxnLst/>
            <a:rect r="r" b="b" t="t" l="l"/>
            <a:pathLst>
              <a:path h="1283096" w="1278431">
                <a:moveTo>
                  <a:pt x="0" y="0"/>
                </a:moveTo>
                <a:lnTo>
                  <a:pt x="1278431" y="0"/>
                </a:lnTo>
                <a:lnTo>
                  <a:pt x="1278431" y="1283097"/>
                </a:lnTo>
                <a:lnTo>
                  <a:pt x="0" y="12830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02114">
            <a:off x="139486" y="8245859"/>
            <a:ext cx="3075714" cy="2141815"/>
          </a:xfrm>
          <a:custGeom>
            <a:avLst/>
            <a:gdLst/>
            <a:ahLst/>
            <a:cxnLst/>
            <a:rect r="r" b="b" t="t" l="l"/>
            <a:pathLst>
              <a:path h="2141815" w="3075714">
                <a:moveTo>
                  <a:pt x="0" y="0"/>
                </a:moveTo>
                <a:lnTo>
                  <a:pt x="3075713" y="0"/>
                </a:lnTo>
                <a:lnTo>
                  <a:pt x="3075713" y="2141815"/>
                </a:lnTo>
                <a:lnTo>
                  <a:pt x="0" y="21418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218393" y="2350561"/>
            <a:ext cx="6295644" cy="8229600"/>
          </a:xfrm>
          <a:custGeom>
            <a:avLst/>
            <a:gdLst/>
            <a:ahLst/>
            <a:cxnLst/>
            <a:rect r="r" b="b" t="t" l="l"/>
            <a:pathLst>
              <a:path h="8229600" w="6295644">
                <a:moveTo>
                  <a:pt x="0" y="0"/>
                </a:moveTo>
                <a:lnTo>
                  <a:pt x="6295644" y="0"/>
                </a:lnTo>
                <a:lnTo>
                  <a:pt x="629564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D6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889633" y="1080837"/>
            <a:ext cx="5423134" cy="4594873"/>
          </a:xfrm>
          <a:custGeom>
            <a:avLst/>
            <a:gdLst/>
            <a:ahLst/>
            <a:cxnLst/>
            <a:rect r="r" b="b" t="t" l="l"/>
            <a:pathLst>
              <a:path h="4594873" w="5423134">
                <a:moveTo>
                  <a:pt x="0" y="0"/>
                </a:moveTo>
                <a:lnTo>
                  <a:pt x="5423134" y="0"/>
                </a:lnTo>
                <a:lnTo>
                  <a:pt x="5423134" y="4594873"/>
                </a:lnTo>
                <a:lnTo>
                  <a:pt x="0" y="4594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67555" y="4524721"/>
            <a:ext cx="6631081" cy="7095515"/>
          </a:xfrm>
          <a:custGeom>
            <a:avLst/>
            <a:gdLst/>
            <a:ahLst/>
            <a:cxnLst/>
            <a:rect r="r" b="b" t="t" l="l"/>
            <a:pathLst>
              <a:path h="7095515" w="6631081">
                <a:moveTo>
                  <a:pt x="0" y="0"/>
                </a:moveTo>
                <a:lnTo>
                  <a:pt x="6631081" y="0"/>
                </a:lnTo>
                <a:lnTo>
                  <a:pt x="6631081" y="7095515"/>
                </a:lnTo>
                <a:lnTo>
                  <a:pt x="0" y="7095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20220" y="-1268425"/>
            <a:ext cx="6497840" cy="5989827"/>
          </a:xfrm>
          <a:custGeom>
            <a:avLst/>
            <a:gdLst/>
            <a:ahLst/>
            <a:cxnLst/>
            <a:rect r="r" b="b" t="t" l="l"/>
            <a:pathLst>
              <a:path h="5989827" w="6497840">
                <a:moveTo>
                  <a:pt x="0" y="0"/>
                </a:moveTo>
                <a:lnTo>
                  <a:pt x="6497840" y="0"/>
                </a:lnTo>
                <a:lnTo>
                  <a:pt x="6497840" y="5989826"/>
                </a:lnTo>
                <a:lnTo>
                  <a:pt x="0" y="59898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411285" y="4721401"/>
            <a:ext cx="13465430" cy="4471627"/>
            <a:chOff x="0" y="0"/>
            <a:chExt cx="3261587" cy="1083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61587" cy="1083114"/>
            </a:xfrm>
            <a:custGeom>
              <a:avLst/>
              <a:gdLst/>
              <a:ahLst/>
              <a:cxnLst/>
              <a:rect r="r" b="b" t="t" l="l"/>
              <a:pathLst>
                <a:path h="1083114" w="3261587">
                  <a:moveTo>
                    <a:pt x="57495" y="0"/>
                  </a:moveTo>
                  <a:lnTo>
                    <a:pt x="3204092" y="0"/>
                  </a:lnTo>
                  <a:cubicBezTo>
                    <a:pt x="3235845" y="0"/>
                    <a:pt x="3261587" y="25741"/>
                    <a:pt x="3261587" y="57495"/>
                  </a:cubicBezTo>
                  <a:lnTo>
                    <a:pt x="3261587" y="1025619"/>
                  </a:lnTo>
                  <a:cubicBezTo>
                    <a:pt x="3261587" y="1057373"/>
                    <a:pt x="3235845" y="1083114"/>
                    <a:pt x="3204092" y="1083114"/>
                  </a:cubicBezTo>
                  <a:lnTo>
                    <a:pt x="57495" y="1083114"/>
                  </a:lnTo>
                  <a:cubicBezTo>
                    <a:pt x="25741" y="1083114"/>
                    <a:pt x="0" y="1057373"/>
                    <a:pt x="0" y="1025619"/>
                  </a:cubicBezTo>
                  <a:lnTo>
                    <a:pt x="0" y="57495"/>
                  </a:lnTo>
                  <a:cubicBezTo>
                    <a:pt x="0" y="25741"/>
                    <a:pt x="25741" y="0"/>
                    <a:pt x="57495" y="0"/>
                  </a:cubicBezTo>
                  <a:close/>
                </a:path>
              </a:pathLst>
            </a:custGeom>
            <a:solidFill>
              <a:srgbClr val="EDD7C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61587" cy="1121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926273">
            <a:off x="14310498" y="2289408"/>
            <a:ext cx="3132433" cy="3445676"/>
          </a:xfrm>
          <a:custGeom>
            <a:avLst/>
            <a:gdLst/>
            <a:ahLst/>
            <a:cxnLst/>
            <a:rect r="r" b="b" t="t" l="l"/>
            <a:pathLst>
              <a:path h="3445676" w="3132433">
                <a:moveTo>
                  <a:pt x="0" y="0"/>
                </a:moveTo>
                <a:lnTo>
                  <a:pt x="3132433" y="0"/>
                </a:lnTo>
                <a:lnTo>
                  <a:pt x="3132433" y="3445676"/>
                </a:lnTo>
                <a:lnTo>
                  <a:pt x="0" y="34456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99147" y="-215317"/>
            <a:ext cx="1714872" cy="1714872"/>
          </a:xfrm>
          <a:custGeom>
            <a:avLst/>
            <a:gdLst/>
            <a:ahLst/>
            <a:cxnLst/>
            <a:rect r="r" b="b" t="t" l="l"/>
            <a:pathLst>
              <a:path h="1714872" w="1714872">
                <a:moveTo>
                  <a:pt x="0" y="0"/>
                </a:moveTo>
                <a:lnTo>
                  <a:pt x="1714873" y="0"/>
                </a:lnTo>
                <a:lnTo>
                  <a:pt x="1714873" y="1714873"/>
                </a:lnTo>
                <a:lnTo>
                  <a:pt x="0" y="17148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44428" y="7835000"/>
            <a:ext cx="1714872" cy="1714872"/>
          </a:xfrm>
          <a:custGeom>
            <a:avLst/>
            <a:gdLst/>
            <a:ahLst/>
            <a:cxnLst/>
            <a:rect r="r" b="b" t="t" l="l"/>
            <a:pathLst>
              <a:path h="1714872" w="1714872">
                <a:moveTo>
                  <a:pt x="0" y="0"/>
                </a:moveTo>
                <a:lnTo>
                  <a:pt x="1714872" y="0"/>
                </a:lnTo>
                <a:lnTo>
                  <a:pt x="1714872" y="1714872"/>
                </a:lnTo>
                <a:lnTo>
                  <a:pt x="0" y="1714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250468">
            <a:off x="465733" y="7413670"/>
            <a:ext cx="3427179" cy="2557532"/>
          </a:xfrm>
          <a:custGeom>
            <a:avLst/>
            <a:gdLst/>
            <a:ahLst/>
            <a:cxnLst/>
            <a:rect r="r" b="b" t="t" l="l"/>
            <a:pathLst>
              <a:path h="2557532" w="3427179">
                <a:moveTo>
                  <a:pt x="3427179" y="0"/>
                </a:moveTo>
                <a:lnTo>
                  <a:pt x="0" y="0"/>
                </a:lnTo>
                <a:lnTo>
                  <a:pt x="0" y="2557532"/>
                </a:lnTo>
                <a:lnTo>
                  <a:pt x="3427179" y="2557532"/>
                </a:lnTo>
                <a:lnTo>
                  <a:pt x="3427179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74685" y="2695176"/>
            <a:ext cx="11896452" cy="1383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4"/>
              </a:lnSpc>
            </a:pPr>
            <a:r>
              <a:rPr lang="en-US" sz="11181">
                <a:solidFill>
                  <a:srgbClr val="323A3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SOLUTION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22878" y="4530901"/>
            <a:ext cx="11269348" cy="446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025" indent="-284512" lvl="1">
              <a:lnSpc>
                <a:spcPts val="5113"/>
              </a:lnSpc>
              <a:buFont typeface="Arial"/>
              <a:buChar char="•"/>
            </a:pPr>
            <a:r>
              <a:rPr lang="en-US" sz="2635">
                <a:solidFill>
                  <a:srgbClr val="323A30"/>
                </a:solidFill>
                <a:latin typeface="Charcoal Font TH"/>
                <a:ea typeface="Charcoal Font TH"/>
                <a:cs typeface="Charcoal Font TH"/>
                <a:sym typeface="Charcoal Font TH"/>
              </a:rPr>
              <a:t>A friendly virtual assistant that provides quick emotional support, guidance, and stress-relief tips anytime.( AI CHATBOT)</a:t>
            </a:r>
          </a:p>
          <a:p>
            <a:pPr algn="l" marL="569025" indent="-284512" lvl="1">
              <a:lnSpc>
                <a:spcPts val="5113"/>
              </a:lnSpc>
              <a:buFont typeface="Arial"/>
              <a:buChar char="•"/>
            </a:pPr>
            <a:r>
              <a:rPr lang="en-US" sz="2635">
                <a:solidFill>
                  <a:srgbClr val="323A30"/>
                </a:solidFill>
                <a:latin typeface="Charcoal Font TH"/>
                <a:ea typeface="Charcoal Font TH"/>
                <a:cs typeface="Charcoal Font TH"/>
                <a:sym typeface="Charcoal Font TH"/>
              </a:rPr>
              <a:t>Fun and simple games like puzzles and memory boosters that help students relax, reduce stress, and refresh their minds.(STRESS RELIEF GAMES)</a:t>
            </a:r>
          </a:p>
          <a:p>
            <a:pPr algn="l" marL="569025" indent="-284512" lvl="1">
              <a:lnSpc>
                <a:spcPts val="5113"/>
              </a:lnSpc>
              <a:buFont typeface="Arial"/>
              <a:buChar char="•"/>
            </a:pPr>
            <a:r>
              <a:rPr lang="en-US" sz="2635">
                <a:solidFill>
                  <a:srgbClr val="323A30"/>
                </a:solidFill>
                <a:latin typeface="Charcoal Font TH"/>
                <a:ea typeface="Charcoal Font TH"/>
                <a:cs typeface="Charcoal Font TH"/>
                <a:sym typeface="Charcoal Font TH"/>
              </a:rPr>
              <a:t>Students can track their daily mood and follow quick breathing, stretching, and relaxation exercises to stay calm and improve emotional balance.(MOOD TRAKER)</a:t>
            </a:r>
          </a:p>
          <a:p>
            <a:pPr algn="l" marL="569025" indent="-284512" lvl="1">
              <a:lnSpc>
                <a:spcPts val="5113"/>
              </a:lnSpc>
              <a:buFont typeface="Arial"/>
              <a:buChar char="•"/>
            </a:pPr>
            <a:r>
              <a:rPr lang="en-US" sz="2635">
                <a:solidFill>
                  <a:srgbClr val="323A30"/>
                </a:solidFill>
                <a:latin typeface="Charcoal Font TH"/>
                <a:ea typeface="Charcoal Font TH"/>
                <a:cs typeface="Charcoal Font TH"/>
                <a:sym typeface="Charcoal Font TH"/>
              </a:rPr>
              <a:t>Therapy and tips to overcome stress and manage mental health.(TIPS &amp;THERAPY)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840016" y="1726488"/>
            <a:ext cx="2607968" cy="1046447"/>
          </a:xfrm>
          <a:custGeom>
            <a:avLst/>
            <a:gdLst/>
            <a:ahLst/>
            <a:cxnLst/>
            <a:rect r="r" b="b" t="t" l="l"/>
            <a:pathLst>
              <a:path h="1046447" w="2607968">
                <a:moveTo>
                  <a:pt x="0" y="0"/>
                </a:moveTo>
                <a:lnTo>
                  <a:pt x="2607968" y="0"/>
                </a:lnTo>
                <a:lnTo>
                  <a:pt x="2607968" y="1046447"/>
                </a:lnTo>
                <a:lnTo>
                  <a:pt x="0" y="104644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445184" y="325037"/>
            <a:ext cx="1814116" cy="1609615"/>
          </a:xfrm>
          <a:custGeom>
            <a:avLst/>
            <a:gdLst/>
            <a:ahLst/>
            <a:cxnLst/>
            <a:rect r="r" b="b" t="t" l="l"/>
            <a:pathLst>
              <a:path h="1609615" w="1814116">
                <a:moveTo>
                  <a:pt x="0" y="0"/>
                </a:moveTo>
                <a:lnTo>
                  <a:pt x="1814116" y="0"/>
                </a:lnTo>
                <a:lnTo>
                  <a:pt x="1814116" y="1609615"/>
                </a:lnTo>
                <a:lnTo>
                  <a:pt x="0" y="160961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700" y="3872566"/>
            <a:ext cx="1913359" cy="1697672"/>
          </a:xfrm>
          <a:custGeom>
            <a:avLst/>
            <a:gdLst/>
            <a:ahLst/>
            <a:cxnLst/>
            <a:rect r="r" b="b" t="t" l="l"/>
            <a:pathLst>
              <a:path h="1697672" w="1913359">
                <a:moveTo>
                  <a:pt x="0" y="0"/>
                </a:moveTo>
                <a:lnTo>
                  <a:pt x="1913359" y="0"/>
                </a:lnTo>
                <a:lnTo>
                  <a:pt x="1913359" y="1697671"/>
                </a:lnTo>
                <a:lnTo>
                  <a:pt x="0" y="169767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D6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97383">
            <a:off x="12715685" y="4619032"/>
            <a:ext cx="8148041" cy="7511013"/>
          </a:xfrm>
          <a:custGeom>
            <a:avLst/>
            <a:gdLst/>
            <a:ahLst/>
            <a:cxnLst/>
            <a:rect r="r" b="b" t="t" l="l"/>
            <a:pathLst>
              <a:path h="7511013" w="8148041">
                <a:moveTo>
                  <a:pt x="0" y="0"/>
                </a:moveTo>
                <a:lnTo>
                  <a:pt x="8148042" y="0"/>
                </a:lnTo>
                <a:lnTo>
                  <a:pt x="8148042" y="7511013"/>
                </a:lnTo>
                <a:lnTo>
                  <a:pt x="0" y="7511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57344" y="3530235"/>
            <a:ext cx="5516364" cy="5724529"/>
          </a:xfrm>
          <a:custGeom>
            <a:avLst/>
            <a:gdLst/>
            <a:ahLst/>
            <a:cxnLst/>
            <a:rect r="r" b="b" t="t" l="l"/>
            <a:pathLst>
              <a:path h="5724529" w="5516364">
                <a:moveTo>
                  <a:pt x="0" y="0"/>
                </a:moveTo>
                <a:lnTo>
                  <a:pt x="5516364" y="0"/>
                </a:lnTo>
                <a:lnTo>
                  <a:pt x="5516364" y="5724529"/>
                </a:lnTo>
                <a:lnTo>
                  <a:pt x="0" y="5724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84099" y="-3123071"/>
            <a:ext cx="6497840" cy="5989827"/>
          </a:xfrm>
          <a:custGeom>
            <a:avLst/>
            <a:gdLst/>
            <a:ahLst/>
            <a:cxnLst/>
            <a:rect r="r" b="b" t="t" l="l"/>
            <a:pathLst>
              <a:path h="5989827" w="6497840">
                <a:moveTo>
                  <a:pt x="0" y="0"/>
                </a:moveTo>
                <a:lnTo>
                  <a:pt x="6497839" y="0"/>
                </a:lnTo>
                <a:lnTo>
                  <a:pt x="6497839" y="5989827"/>
                </a:lnTo>
                <a:lnTo>
                  <a:pt x="0" y="598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7849" y="1381125"/>
            <a:ext cx="11041430" cy="168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2"/>
              </a:lnSpc>
            </a:pPr>
            <a:r>
              <a:rPr lang="en-US" sz="13448">
                <a:solidFill>
                  <a:srgbClr val="122D2E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OUR PROJECT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703494">
            <a:off x="14241780" y="-602894"/>
            <a:ext cx="6035040" cy="4114800"/>
          </a:xfrm>
          <a:custGeom>
            <a:avLst/>
            <a:gdLst/>
            <a:ahLst/>
            <a:cxnLst/>
            <a:rect r="r" b="b" t="t" l="l"/>
            <a:pathLst>
              <a:path h="4114800" w="6035040">
                <a:moveTo>
                  <a:pt x="0" y="0"/>
                </a:moveTo>
                <a:lnTo>
                  <a:pt x="6035040" y="0"/>
                </a:lnTo>
                <a:lnTo>
                  <a:pt x="60350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234959" y="6986553"/>
            <a:ext cx="6469917" cy="5898408"/>
          </a:xfrm>
          <a:custGeom>
            <a:avLst/>
            <a:gdLst/>
            <a:ahLst/>
            <a:cxnLst/>
            <a:rect r="r" b="b" t="t" l="l"/>
            <a:pathLst>
              <a:path h="5898408" w="6469917">
                <a:moveTo>
                  <a:pt x="0" y="0"/>
                </a:moveTo>
                <a:lnTo>
                  <a:pt x="6469918" y="0"/>
                </a:lnTo>
                <a:lnTo>
                  <a:pt x="6469918" y="5898408"/>
                </a:lnTo>
                <a:lnTo>
                  <a:pt x="0" y="58984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87278" y="2128388"/>
            <a:ext cx="1372022" cy="1476736"/>
          </a:xfrm>
          <a:custGeom>
            <a:avLst/>
            <a:gdLst/>
            <a:ahLst/>
            <a:cxnLst/>
            <a:rect r="r" b="b" t="t" l="l"/>
            <a:pathLst>
              <a:path h="1476736" w="1372022">
                <a:moveTo>
                  <a:pt x="0" y="0"/>
                </a:moveTo>
                <a:lnTo>
                  <a:pt x="1372022" y="0"/>
                </a:lnTo>
                <a:lnTo>
                  <a:pt x="1372022" y="1476736"/>
                </a:lnTo>
                <a:lnTo>
                  <a:pt x="0" y="147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466935">
            <a:off x="10068610" y="748609"/>
            <a:ext cx="1577002" cy="1539548"/>
          </a:xfrm>
          <a:custGeom>
            <a:avLst/>
            <a:gdLst/>
            <a:ahLst/>
            <a:cxnLst/>
            <a:rect r="r" b="b" t="t" l="l"/>
            <a:pathLst>
              <a:path h="1539548" w="1577002">
                <a:moveTo>
                  <a:pt x="0" y="0"/>
                </a:moveTo>
                <a:lnTo>
                  <a:pt x="1577002" y="0"/>
                </a:lnTo>
                <a:lnTo>
                  <a:pt x="1577002" y="1539549"/>
                </a:lnTo>
                <a:lnTo>
                  <a:pt x="0" y="15395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847908">
            <a:off x="12303388" y="2430925"/>
            <a:ext cx="2607968" cy="1046447"/>
          </a:xfrm>
          <a:custGeom>
            <a:avLst/>
            <a:gdLst/>
            <a:ahLst/>
            <a:cxnLst/>
            <a:rect r="r" b="b" t="t" l="l"/>
            <a:pathLst>
              <a:path h="1046447" w="2607968">
                <a:moveTo>
                  <a:pt x="0" y="0"/>
                </a:moveTo>
                <a:lnTo>
                  <a:pt x="2607968" y="0"/>
                </a:lnTo>
                <a:lnTo>
                  <a:pt x="2607968" y="1046447"/>
                </a:lnTo>
                <a:lnTo>
                  <a:pt x="0" y="104644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306879">
            <a:off x="9449407" y="-836036"/>
            <a:ext cx="4500257" cy="2511961"/>
          </a:xfrm>
          <a:custGeom>
            <a:avLst/>
            <a:gdLst/>
            <a:ahLst/>
            <a:cxnLst/>
            <a:rect r="r" b="b" t="t" l="l"/>
            <a:pathLst>
              <a:path h="2511961" w="4500257">
                <a:moveTo>
                  <a:pt x="0" y="0"/>
                </a:moveTo>
                <a:lnTo>
                  <a:pt x="4500256" y="0"/>
                </a:lnTo>
                <a:lnTo>
                  <a:pt x="4500256" y="2511961"/>
                </a:lnTo>
                <a:lnTo>
                  <a:pt x="0" y="25119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41538" y="3533771"/>
            <a:ext cx="10257998" cy="6146881"/>
            <a:chOff x="0" y="0"/>
            <a:chExt cx="2625265" cy="15731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25265" cy="1573133"/>
            </a:xfrm>
            <a:custGeom>
              <a:avLst/>
              <a:gdLst/>
              <a:ahLst/>
              <a:cxnLst/>
              <a:rect r="r" b="b" t="t" l="l"/>
              <a:pathLst>
                <a:path h="1573133" w="2625265">
                  <a:moveTo>
                    <a:pt x="75472" y="0"/>
                  </a:moveTo>
                  <a:lnTo>
                    <a:pt x="2549793" y="0"/>
                  </a:lnTo>
                  <a:cubicBezTo>
                    <a:pt x="2591475" y="0"/>
                    <a:pt x="2625265" y="33790"/>
                    <a:pt x="2625265" y="75472"/>
                  </a:cubicBezTo>
                  <a:lnTo>
                    <a:pt x="2625265" y="1497661"/>
                  </a:lnTo>
                  <a:cubicBezTo>
                    <a:pt x="2625265" y="1539343"/>
                    <a:pt x="2591475" y="1573133"/>
                    <a:pt x="2549793" y="1573133"/>
                  </a:cubicBezTo>
                  <a:lnTo>
                    <a:pt x="75472" y="1573133"/>
                  </a:lnTo>
                  <a:cubicBezTo>
                    <a:pt x="33790" y="1573133"/>
                    <a:pt x="0" y="1539343"/>
                    <a:pt x="0" y="1497661"/>
                  </a:cubicBezTo>
                  <a:lnTo>
                    <a:pt x="0" y="75472"/>
                  </a:lnTo>
                  <a:cubicBezTo>
                    <a:pt x="0" y="33790"/>
                    <a:pt x="33790" y="0"/>
                    <a:pt x="75472" y="0"/>
                  </a:cubicBezTo>
                  <a:close/>
                </a:path>
              </a:pathLst>
            </a:custGeom>
            <a:solidFill>
              <a:srgbClr val="EDD7C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25265" cy="1611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541480" y="3434985"/>
            <a:ext cx="8315631" cy="594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7"/>
              </a:lnSpc>
            </a:pPr>
            <a:r>
              <a:rPr lang="en-US" sz="3498">
                <a:solidFill>
                  <a:srgbClr val="323A30"/>
                </a:solidFill>
                <a:latin typeface="Charcoal Font TH"/>
                <a:ea typeface="Charcoal Font TH"/>
                <a:cs typeface="Charcoal Font TH"/>
                <a:sym typeface="Charcoal Font TH"/>
              </a:rPr>
              <a:t>AI-Based Mental Wellness Website Named </a:t>
            </a:r>
            <a:r>
              <a:rPr lang="en-US" sz="3498" b="true">
                <a:solidFill>
                  <a:srgbClr val="323A30"/>
                </a:solidFill>
                <a:latin typeface="Charcoal Font TH Bold"/>
                <a:ea typeface="Charcoal Font TH Bold"/>
                <a:cs typeface="Charcoal Font TH Bold"/>
                <a:sym typeface="Charcoal Font TH Bold"/>
              </a:rPr>
              <a:t>MINDEASE</a:t>
            </a:r>
          </a:p>
          <a:p>
            <a:pPr algn="l">
              <a:lnSpc>
                <a:spcPts val="5247"/>
              </a:lnSpc>
            </a:pPr>
            <a:r>
              <a:rPr lang="en-US" sz="3498">
                <a:solidFill>
                  <a:srgbClr val="323A30"/>
                </a:solidFill>
                <a:latin typeface="Charcoal Font TH"/>
                <a:ea typeface="Charcoal Font TH"/>
                <a:cs typeface="Charcoal Font TH"/>
                <a:sym typeface="Charcoal Font TH"/>
              </a:rPr>
              <a:t>Our mental wellness website is a student-friendly platform designed to support emotional wellbeing. It offers interactive tools such as an AI chatbot, stress-relief games, mood tracking features, and helpful wellness resources. The website aims to make mental health support more accessible, engaging, and stigma-free for students.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819368" y="8214428"/>
            <a:ext cx="3696135" cy="2573854"/>
          </a:xfrm>
          <a:custGeom>
            <a:avLst/>
            <a:gdLst/>
            <a:ahLst/>
            <a:cxnLst/>
            <a:rect r="r" b="b" t="t" l="l"/>
            <a:pathLst>
              <a:path h="2573854" w="3696135">
                <a:moveTo>
                  <a:pt x="0" y="0"/>
                </a:moveTo>
                <a:lnTo>
                  <a:pt x="3696136" y="0"/>
                </a:lnTo>
                <a:lnTo>
                  <a:pt x="3696136" y="2573855"/>
                </a:lnTo>
                <a:lnTo>
                  <a:pt x="0" y="257385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D6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1309" y="7410239"/>
            <a:ext cx="6469917" cy="5898408"/>
          </a:xfrm>
          <a:custGeom>
            <a:avLst/>
            <a:gdLst/>
            <a:ahLst/>
            <a:cxnLst/>
            <a:rect r="r" b="b" t="t" l="l"/>
            <a:pathLst>
              <a:path h="5898408" w="6469917">
                <a:moveTo>
                  <a:pt x="0" y="0"/>
                </a:moveTo>
                <a:lnTo>
                  <a:pt x="6469917" y="0"/>
                </a:lnTo>
                <a:lnTo>
                  <a:pt x="6469917" y="5898408"/>
                </a:lnTo>
                <a:lnTo>
                  <a:pt x="0" y="5898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8475" y="2866875"/>
            <a:ext cx="9876491" cy="6623340"/>
            <a:chOff x="0" y="0"/>
            <a:chExt cx="2392277" cy="16043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92276" cy="1604301"/>
            </a:xfrm>
            <a:custGeom>
              <a:avLst/>
              <a:gdLst/>
              <a:ahLst/>
              <a:cxnLst/>
              <a:rect r="r" b="b" t="t" l="l"/>
              <a:pathLst>
                <a:path h="1604301" w="2392276">
                  <a:moveTo>
                    <a:pt x="78387" y="0"/>
                  </a:moveTo>
                  <a:lnTo>
                    <a:pt x="2313889" y="0"/>
                  </a:lnTo>
                  <a:cubicBezTo>
                    <a:pt x="2334679" y="0"/>
                    <a:pt x="2354617" y="8259"/>
                    <a:pt x="2369317" y="22959"/>
                  </a:cubicBezTo>
                  <a:cubicBezTo>
                    <a:pt x="2384018" y="37660"/>
                    <a:pt x="2392276" y="57598"/>
                    <a:pt x="2392276" y="78387"/>
                  </a:cubicBezTo>
                  <a:lnTo>
                    <a:pt x="2392276" y="1525913"/>
                  </a:lnTo>
                  <a:cubicBezTo>
                    <a:pt x="2392276" y="1569205"/>
                    <a:pt x="2357181" y="1604301"/>
                    <a:pt x="2313889" y="1604301"/>
                  </a:cubicBezTo>
                  <a:lnTo>
                    <a:pt x="78387" y="1604301"/>
                  </a:lnTo>
                  <a:cubicBezTo>
                    <a:pt x="35095" y="1604301"/>
                    <a:pt x="0" y="1569205"/>
                    <a:pt x="0" y="1525913"/>
                  </a:cubicBezTo>
                  <a:lnTo>
                    <a:pt x="0" y="78387"/>
                  </a:lnTo>
                  <a:cubicBezTo>
                    <a:pt x="0" y="35095"/>
                    <a:pt x="35095" y="0"/>
                    <a:pt x="78387" y="0"/>
                  </a:cubicBezTo>
                  <a:close/>
                </a:path>
              </a:pathLst>
            </a:custGeom>
            <a:solidFill>
              <a:srgbClr val="EDD7C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92277" cy="1642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3845480">
            <a:off x="13348003" y="-2039590"/>
            <a:ext cx="7742255" cy="6559801"/>
          </a:xfrm>
          <a:custGeom>
            <a:avLst/>
            <a:gdLst/>
            <a:ahLst/>
            <a:cxnLst/>
            <a:rect r="r" b="b" t="t" l="l"/>
            <a:pathLst>
              <a:path h="6559801" w="7742255">
                <a:moveTo>
                  <a:pt x="0" y="0"/>
                </a:moveTo>
                <a:lnTo>
                  <a:pt x="7742255" y="0"/>
                </a:lnTo>
                <a:lnTo>
                  <a:pt x="7742255" y="6559801"/>
                </a:lnTo>
                <a:lnTo>
                  <a:pt x="0" y="6559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837430">
            <a:off x="11440570" y="-2027909"/>
            <a:ext cx="4399802" cy="4055817"/>
          </a:xfrm>
          <a:custGeom>
            <a:avLst/>
            <a:gdLst/>
            <a:ahLst/>
            <a:cxnLst/>
            <a:rect r="r" b="b" t="t" l="l"/>
            <a:pathLst>
              <a:path h="4055817" w="4399802">
                <a:moveTo>
                  <a:pt x="0" y="0"/>
                </a:moveTo>
                <a:lnTo>
                  <a:pt x="4399802" y="0"/>
                </a:lnTo>
                <a:lnTo>
                  <a:pt x="4399802" y="4055818"/>
                </a:lnTo>
                <a:lnTo>
                  <a:pt x="0" y="4055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8475" y="1152695"/>
            <a:ext cx="12186714" cy="147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59"/>
              </a:lnSpc>
            </a:pPr>
            <a:r>
              <a:rPr lang="en-US" sz="11933">
                <a:solidFill>
                  <a:srgbClr val="122D2E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Team Members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502114">
            <a:off x="-192963" y="-648956"/>
            <a:ext cx="3023799" cy="2105664"/>
          </a:xfrm>
          <a:custGeom>
            <a:avLst/>
            <a:gdLst/>
            <a:ahLst/>
            <a:cxnLst/>
            <a:rect r="r" b="b" t="t" l="l"/>
            <a:pathLst>
              <a:path h="2105664" w="3023799">
                <a:moveTo>
                  <a:pt x="0" y="0"/>
                </a:moveTo>
                <a:lnTo>
                  <a:pt x="3023799" y="0"/>
                </a:lnTo>
                <a:lnTo>
                  <a:pt x="3023799" y="2105664"/>
                </a:lnTo>
                <a:lnTo>
                  <a:pt x="0" y="21056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57530" y="4286064"/>
            <a:ext cx="1714872" cy="1714872"/>
          </a:xfrm>
          <a:custGeom>
            <a:avLst/>
            <a:gdLst/>
            <a:ahLst/>
            <a:cxnLst/>
            <a:rect r="r" b="b" t="t" l="l"/>
            <a:pathLst>
              <a:path h="1714872" w="1714872">
                <a:moveTo>
                  <a:pt x="0" y="0"/>
                </a:moveTo>
                <a:lnTo>
                  <a:pt x="1714872" y="0"/>
                </a:lnTo>
                <a:lnTo>
                  <a:pt x="1714872" y="1714872"/>
                </a:lnTo>
                <a:lnTo>
                  <a:pt x="0" y="1714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399460">
            <a:off x="9765675" y="8405909"/>
            <a:ext cx="1698582" cy="1704781"/>
          </a:xfrm>
          <a:custGeom>
            <a:avLst/>
            <a:gdLst/>
            <a:ahLst/>
            <a:cxnLst/>
            <a:rect r="r" b="b" t="t" l="l"/>
            <a:pathLst>
              <a:path h="1704781" w="1698582">
                <a:moveTo>
                  <a:pt x="0" y="0"/>
                </a:moveTo>
                <a:lnTo>
                  <a:pt x="1698582" y="0"/>
                </a:lnTo>
                <a:lnTo>
                  <a:pt x="1698582" y="1704782"/>
                </a:lnTo>
                <a:lnTo>
                  <a:pt x="0" y="17047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11039" y="3303364"/>
            <a:ext cx="8246491" cy="6430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Pandaga Sushvika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- Khushi Yadav            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Grithika Goud.       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K.l. Sneha.               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Shazia.                      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B.Vinutna.               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191875" y="4599826"/>
            <a:ext cx="7278703" cy="5777470"/>
          </a:xfrm>
          <a:custGeom>
            <a:avLst/>
            <a:gdLst/>
            <a:ahLst/>
            <a:cxnLst/>
            <a:rect r="r" b="b" t="t" l="l"/>
            <a:pathLst>
              <a:path h="5777470" w="7278703">
                <a:moveTo>
                  <a:pt x="0" y="0"/>
                </a:moveTo>
                <a:lnTo>
                  <a:pt x="7278702" y="0"/>
                </a:lnTo>
                <a:lnTo>
                  <a:pt x="7278702" y="5777470"/>
                </a:lnTo>
                <a:lnTo>
                  <a:pt x="0" y="57774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D6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80038" y="1314091"/>
            <a:ext cx="4527924" cy="5521859"/>
          </a:xfrm>
          <a:custGeom>
            <a:avLst/>
            <a:gdLst/>
            <a:ahLst/>
            <a:cxnLst/>
            <a:rect r="r" b="b" t="t" l="l"/>
            <a:pathLst>
              <a:path h="5521859" w="4527924">
                <a:moveTo>
                  <a:pt x="0" y="0"/>
                </a:moveTo>
                <a:lnTo>
                  <a:pt x="4527924" y="0"/>
                </a:lnTo>
                <a:lnTo>
                  <a:pt x="4527924" y="5521858"/>
                </a:lnTo>
                <a:lnTo>
                  <a:pt x="0" y="55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68032" y="2182590"/>
            <a:ext cx="7087335" cy="6461287"/>
          </a:xfrm>
          <a:custGeom>
            <a:avLst/>
            <a:gdLst/>
            <a:ahLst/>
            <a:cxnLst/>
            <a:rect r="r" b="b" t="t" l="l"/>
            <a:pathLst>
              <a:path h="6461287" w="7087335">
                <a:moveTo>
                  <a:pt x="0" y="0"/>
                </a:moveTo>
                <a:lnTo>
                  <a:pt x="7087335" y="0"/>
                </a:lnTo>
                <a:lnTo>
                  <a:pt x="7087335" y="6461287"/>
                </a:lnTo>
                <a:lnTo>
                  <a:pt x="0" y="6461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42500" y="7063019"/>
            <a:ext cx="10603000" cy="183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64"/>
              </a:lnSpc>
            </a:pPr>
            <a:r>
              <a:rPr lang="en-US" sz="16364">
                <a:solidFill>
                  <a:srgbClr val="323A3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Thank You!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984099" y="-3123071"/>
            <a:ext cx="6497840" cy="5989827"/>
          </a:xfrm>
          <a:custGeom>
            <a:avLst/>
            <a:gdLst/>
            <a:ahLst/>
            <a:cxnLst/>
            <a:rect r="r" b="b" t="t" l="l"/>
            <a:pathLst>
              <a:path h="5989827" w="6497840">
                <a:moveTo>
                  <a:pt x="0" y="0"/>
                </a:moveTo>
                <a:lnTo>
                  <a:pt x="6497839" y="0"/>
                </a:lnTo>
                <a:lnTo>
                  <a:pt x="6497839" y="5989827"/>
                </a:lnTo>
                <a:lnTo>
                  <a:pt x="0" y="59898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40715">
            <a:off x="15576433" y="-1268737"/>
            <a:ext cx="5423134" cy="4594873"/>
          </a:xfrm>
          <a:custGeom>
            <a:avLst/>
            <a:gdLst/>
            <a:ahLst/>
            <a:cxnLst/>
            <a:rect r="r" b="b" t="t" l="l"/>
            <a:pathLst>
              <a:path h="4594873" w="5423134">
                <a:moveTo>
                  <a:pt x="0" y="0"/>
                </a:moveTo>
                <a:lnTo>
                  <a:pt x="5423134" y="0"/>
                </a:lnTo>
                <a:lnTo>
                  <a:pt x="5423134" y="4594874"/>
                </a:lnTo>
                <a:lnTo>
                  <a:pt x="0" y="45948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04808" y="6205412"/>
            <a:ext cx="5026026" cy="5378044"/>
          </a:xfrm>
          <a:custGeom>
            <a:avLst/>
            <a:gdLst/>
            <a:ahLst/>
            <a:cxnLst/>
            <a:rect r="r" b="b" t="t" l="l"/>
            <a:pathLst>
              <a:path h="5378044" w="5026026">
                <a:moveTo>
                  <a:pt x="0" y="0"/>
                </a:moveTo>
                <a:lnTo>
                  <a:pt x="5026026" y="0"/>
                </a:lnTo>
                <a:lnTo>
                  <a:pt x="5026026" y="5378043"/>
                </a:lnTo>
                <a:lnTo>
                  <a:pt x="0" y="53780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02114">
            <a:off x="13129513" y="-994381"/>
            <a:ext cx="4150590" cy="2890320"/>
          </a:xfrm>
          <a:custGeom>
            <a:avLst/>
            <a:gdLst/>
            <a:ahLst/>
            <a:cxnLst/>
            <a:rect r="r" b="b" t="t" l="l"/>
            <a:pathLst>
              <a:path h="2890320" w="4150590">
                <a:moveTo>
                  <a:pt x="0" y="0"/>
                </a:moveTo>
                <a:lnTo>
                  <a:pt x="4150590" y="0"/>
                </a:lnTo>
                <a:lnTo>
                  <a:pt x="4150590" y="2890320"/>
                </a:lnTo>
                <a:lnTo>
                  <a:pt x="0" y="28903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69772">
            <a:off x="-139870" y="7031496"/>
            <a:ext cx="2337140" cy="3725876"/>
          </a:xfrm>
          <a:custGeom>
            <a:avLst/>
            <a:gdLst/>
            <a:ahLst/>
            <a:cxnLst/>
            <a:rect r="r" b="b" t="t" l="l"/>
            <a:pathLst>
              <a:path h="3725876" w="2337140">
                <a:moveTo>
                  <a:pt x="0" y="0"/>
                </a:moveTo>
                <a:lnTo>
                  <a:pt x="2337140" y="0"/>
                </a:lnTo>
                <a:lnTo>
                  <a:pt x="2337140" y="3725876"/>
                </a:lnTo>
                <a:lnTo>
                  <a:pt x="0" y="37258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248836">
            <a:off x="14452010" y="3262516"/>
            <a:ext cx="6840017" cy="3817973"/>
          </a:xfrm>
          <a:custGeom>
            <a:avLst/>
            <a:gdLst/>
            <a:ahLst/>
            <a:cxnLst/>
            <a:rect r="r" b="b" t="t" l="l"/>
            <a:pathLst>
              <a:path h="3817973" w="6840017">
                <a:moveTo>
                  <a:pt x="0" y="0"/>
                </a:moveTo>
                <a:lnTo>
                  <a:pt x="6840017" y="0"/>
                </a:lnTo>
                <a:lnTo>
                  <a:pt x="6840017" y="3817973"/>
                </a:lnTo>
                <a:lnTo>
                  <a:pt x="0" y="381797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33504">
            <a:off x="733349" y="2168268"/>
            <a:ext cx="2307952" cy="2253138"/>
          </a:xfrm>
          <a:custGeom>
            <a:avLst/>
            <a:gdLst/>
            <a:ahLst/>
            <a:cxnLst/>
            <a:rect r="r" b="b" t="t" l="l"/>
            <a:pathLst>
              <a:path h="2253138" w="2307952">
                <a:moveTo>
                  <a:pt x="0" y="0"/>
                </a:moveTo>
                <a:lnTo>
                  <a:pt x="2307953" y="0"/>
                </a:lnTo>
                <a:lnTo>
                  <a:pt x="2307953" y="2253138"/>
                </a:lnTo>
                <a:lnTo>
                  <a:pt x="0" y="225313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509962" y="2606341"/>
            <a:ext cx="2389104" cy="1376992"/>
          </a:xfrm>
          <a:custGeom>
            <a:avLst/>
            <a:gdLst/>
            <a:ahLst/>
            <a:cxnLst/>
            <a:rect r="r" b="b" t="t" l="l"/>
            <a:pathLst>
              <a:path h="1376992" w="2389104">
                <a:moveTo>
                  <a:pt x="0" y="0"/>
                </a:moveTo>
                <a:lnTo>
                  <a:pt x="2389104" y="0"/>
                </a:lnTo>
                <a:lnTo>
                  <a:pt x="2389104" y="1376992"/>
                </a:lnTo>
                <a:lnTo>
                  <a:pt x="0" y="137699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3989901" y="1314091"/>
            <a:ext cx="2389104" cy="1376992"/>
          </a:xfrm>
          <a:custGeom>
            <a:avLst/>
            <a:gdLst/>
            <a:ahLst/>
            <a:cxnLst/>
            <a:rect r="r" b="b" t="t" l="l"/>
            <a:pathLst>
              <a:path h="1376992" w="2389104">
                <a:moveTo>
                  <a:pt x="2389104" y="0"/>
                </a:moveTo>
                <a:lnTo>
                  <a:pt x="0" y="0"/>
                </a:lnTo>
                <a:lnTo>
                  <a:pt x="0" y="1376992"/>
                </a:lnTo>
                <a:lnTo>
                  <a:pt x="2389104" y="1376992"/>
                </a:lnTo>
                <a:lnTo>
                  <a:pt x="2389104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DAG54QodfkI</dc:identifier>
  <dcterms:modified xsi:type="dcterms:W3CDTF">2011-08-01T06:04:30Z</dcterms:modified>
  <cp:revision>1</cp:revision>
  <dc:title>mindease-group20ppt</dc:title>
</cp:coreProperties>
</file>